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28"/>
    <p:restoredTop sz="94614"/>
  </p:normalViewPr>
  <p:slideViewPr>
    <p:cSldViewPr snapToGrid="0">
      <p:cViewPr varScale="1">
        <p:scale>
          <a:sx n="85" d="100"/>
          <a:sy n="85" d="100"/>
        </p:scale>
        <p:origin x="176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D0987A-7076-0B80-F5B6-680773FA6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4474DA2-F8F1-3240-8C3A-1FBB606042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CC436-2B6C-B646-3156-29FDCC66D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AA5EC28-8C3C-CF01-5797-C3CC744CC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577AE2A-6A34-DB24-A222-C9F786663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9817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29A4DB-1AEC-3299-273A-74620D4D4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E7BDAD-DAB0-490F-8273-0CC9FE5F6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BFE5ED-F946-3860-826F-C14C642B9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BB71FAB-0A8F-215B-599C-4163697C5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685BC9-315B-F7D2-74DB-3FC3F86F1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0508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E6E64-043F-5FE4-5C23-7FE392E9D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EC48659-FF8E-208E-39D6-3B1FEF2F5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C80E46C-1D10-624B-D164-9FE92BC91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4D2035-412C-00D4-9917-F8F47819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60FF6CE-5A17-2FCC-72DC-FE8C79193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481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4A0933-A912-EC31-EF5D-9F1521DAD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01C9F1-B82E-B97B-1ACE-D7CC18D5FB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1CC4ADF-AAA2-9AB3-7FC2-3BAA8B604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4C6E6F8-38EC-67C3-79BC-1C92D89BA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6FFD567-B8C9-9292-C155-49765F4E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0859776-9CB1-C445-EC85-9ED7F3DB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4413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D441CC-BB2C-FD3E-C96B-8CE8CDB8B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AA0014A-8769-18DE-D084-0BA1F92BE5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67613FB-1F92-0FEB-AB0D-BA9DBFC61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4134EA8-E09B-9C0A-C167-93427D89A2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8ABEF14B-2ECA-30E6-407B-26DF164E3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1EB4368-9F07-419A-0BC8-E0B2922DC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5C91E02-841F-52A6-C26D-52B7B653A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93DBE0E-A52A-DF53-4D2A-332052934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8379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A3D1C3-9409-989F-3B04-319BAF654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71888C6-32FC-66CF-735E-628416596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0105D2B-03F6-012A-4AD6-47ED0D900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D5B1625-6679-6FA2-34CA-651A0CB4F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039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1D910D6-808D-A255-CAD1-4D42C6054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B3B17FF-D543-AF06-975C-2ACF08766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B1BF4F-A1A2-EAE2-F7BF-CB8707D2A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19044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13A51-A6AF-2615-029E-0D733A12B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0D7D9A-5554-1224-BC4C-88D406D51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3C75970-2D7D-4782-AE05-ACFCBFC303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B61A55-482D-D546-CE17-B34245C97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B500747-B36C-6D00-DCC2-9BDC1B2EA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969CDD2-1515-6B71-82E5-15F6A3C11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682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4C6CDD-D100-5AAD-DC2B-DE3E608DA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BAAFBB2-67FD-9C99-305A-E848FB04D5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CE425F-3A00-E4BC-E06A-EF0B8D702C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051C6C6-F0F5-02DB-93C0-846D988C9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29EB0A9-5F46-38F3-F331-CDF208CDE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559BEB-D6BF-E43E-437F-94590331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60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7BCE8D-A2D8-B7CA-DEB8-3149DD13F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19E2EBF-31AE-C331-2433-C4C1A63F96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7573EF9-3FD5-2E91-1A0E-53D2E7588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17D741-6BA8-2FF8-677F-B2B53AEBC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936E9A-96CF-60A0-D257-83221286A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0287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1AF447B-5237-641C-10B0-395A662D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1846A0F-C7C9-B271-E63A-65663A4FA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6EAAEEC-1A4E-8897-90C0-CDB640357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EE2BF-6D20-97FA-0B46-55C2F68C4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2AA8E40-6FAF-38F8-820C-76F0CECFE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0051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C65A5C8-9ABA-4602-35F9-B843C0E0D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39CF5F4-7AF4-949E-F8A6-44242392A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3402926-4D80-674F-FDA6-F782A7F73E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F225CB-A77B-6C40-AE15-9CA716D9E64E}" type="datetimeFigureOut">
              <a:rPr lang="it-IT" smtClean="0"/>
              <a:t>20/01/26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B46E640-3042-317F-53D9-5F94C85ABB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45972-0ECE-1600-6A44-C7B34B7AF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F5C92F-B0AF-0A4F-A3EC-80060C6E120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9979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4">
            <a:extLst>
              <a:ext uri="{FF2B5EF4-FFF2-40B4-BE49-F238E27FC236}">
                <a16:creationId xmlns:a16="http://schemas.microsoft.com/office/drawing/2014/main" id="{B376388B-210E-37A5-7D91-A800599DC607}"/>
              </a:ext>
            </a:extLst>
          </p:cNvPr>
          <p:cNvSpPr txBox="1"/>
          <p:nvPr/>
        </p:nvSpPr>
        <p:spPr>
          <a:xfrm>
            <a:off x="315265" y="1358346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Client 1</a:t>
            </a:r>
          </a:p>
        </p:txBody>
      </p:sp>
      <p:sp>
        <p:nvSpPr>
          <p:cNvPr id="3" name="TextBox 1056">
            <a:extLst>
              <a:ext uri="{FF2B5EF4-FFF2-40B4-BE49-F238E27FC236}">
                <a16:creationId xmlns:a16="http://schemas.microsoft.com/office/drawing/2014/main" id="{D7D62D6E-FF76-DA4D-2157-9080E44D897F}"/>
              </a:ext>
            </a:extLst>
          </p:cNvPr>
          <p:cNvSpPr txBox="1"/>
          <p:nvPr/>
        </p:nvSpPr>
        <p:spPr>
          <a:xfrm>
            <a:off x="9076062" y="1482882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Server</a:t>
            </a:r>
          </a:p>
        </p:txBody>
      </p:sp>
      <p:pic>
        <p:nvPicPr>
          <p:cNvPr id="4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D643CEE-29CC-AB0A-D750-2125E98D71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34" y="731462"/>
            <a:ext cx="612340" cy="612340"/>
          </a:xfrm>
          <a:prstGeom prst="rect">
            <a:avLst/>
          </a:prstGeom>
        </p:spPr>
      </p:pic>
      <p:pic>
        <p:nvPicPr>
          <p:cNvPr id="5" name="Picture 26" descr="Server icons for free download | Freepik">
            <a:extLst>
              <a:ext uri="{FF2B5EF4-FFF2-40B4-BE49-F238E27FC236}">
                <a16:creationId xmlns:a16="http://schemas.microsoft.com/office/drawing/2014/main" id="{1343712C-737C-FC6A-5438-F9930E48DC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3148" y="886301"/>
            <a:ext cx="560084" cy="560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AD7D04DC-ACB1-D61B-6D17-0A5D73E8F1B8}"/>
              </a:ext>
            </a:extLst>
          </p:cNvPr>
          <p:cNvSpPr txBox="1"/>
          <p:nvPr/>
        </p:nvSpPr>
        <p:spPr>
          <a:xfrm>
            <a:off x="569671" y="3031308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…</a:t>
            </a:r>
          </a:p>
        </p:txBody>
      </p:sp>
      <p:sp>
        <p:nvSpPr>
          <p:cNvPr id="9" name="TextBox 24">
            <a:extLst>
              <a:ext uri="{FF2B5EF4-FFF2-40B4-BE49-F238E27FC236}">
                <a16:creationId xmlns:a16="http://schemas.microsoft.com/office/drawing/2014/main" id="{F0562B35-44E3-3579-E1F4-18798D432697}"/>
              </a:ext>
            </a:extLst>
          </p:cNvPr>
          <p:cNvSpPr txBox="1"/>
          <p:nvPr/>
        </p:nvSpPr>
        <p:spPr>
          <a:xfrm>
            <a:off x="274924" y="2479098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Client 2</a:t>
            </a:r>
          </a:p>
        </p:txBody>
      </p:sp>
      <p:pic>
        <p:nvPicPr>
          <p:cNvPr id="10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C8C0851D-1081-BDF6-F996-54D7C2239D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34" y="1852214"/>
            <a:ext cx="612340" cy="612340"/>
          </a:xfrm>
          <a:prstGeom prst="rect">
            <a:avLst/>
          </a:prstGeom>
        </p:spPr>
      </p:pic>
      <p:sp>
        <p:nvSpPr>
          <p:cNvPr id="11" name="TextBox 24">
            <a:extLst>
              <a:ext uri="{FF2B5EF4-FFF2-40B4-BE49-F238E27FC236}">
                <a16:creationId xmlns:a16="http://schemas.microsoft.com/office/drawing/2014/main" id="{208049D4-305F-0F68-42F2-64EA716B2CB6}"/>
              </a:ext>
            </a:extLst>
          </p:cNvPr>
          <p:cNvSpPr txBox="1"/>
          <p:nvPr/>
        </p:nvSpPr>
        <p:spPr>
          <a:xfrm>
            <a:off x="274924" y="4220210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Client </a:t>
            </a:r>
            <a:r>
              <a:rPr lang="it-IT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</a:t>
            </a:r>
            <a:endParaRPr lang="it-IT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pic>
        <p:nvPicPr>
          <p:cNvPr id="1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EB6A3D95-BAF7-FAAB-781B-6A8CC7B8E0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34" y="3593326"/>
            <a:ext cx="612340" cy="61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4860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</TotalTime>
  <Words>8</Words>
  <Application>Microsoft Macintosh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CMU Serif</vt:lpstr>
      <vt:lpstr>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Compagnucci</dc:creator>
  <cp:lastModifiedBy>Ivan Compagnucci</cp:lastModifiedBy>
  <cp:revision>12</cp:revision>
  <dcterms:created xsi:type="dcterms:W3CDTF">2025-09-13T14:55:48Z</dcterms:created>
  <dcterms:modified xsi:type="dcterms:W3CDTF">2026-01-20T10:56:14Z</dcterms:modified>
</cp:coreProperties>
</file>