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41"/>
    <p:restoredTop sz="94632"/>
  </p:normalViewPr>
  <p:slideViewPr>
    <p:cSldViewPr snapToGrid="0">
      <p:cViewPr>
        <p:scale>
          <a:sx n="83" d="100"/>
          <a:sy n="83" d="100"/>
        </p:scale>
        <p:origin x="125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0987A-7076-0B80-F5B6-680773FA6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74DA2-F8F1-3240-8C3A-1FBB60604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5CC436-2B6C-B646-3156-29FDCC66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A5EC28-8C3C-CF01-5797-C3CC744C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77AE2A-6A34-DB24-A222-C9F78666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981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29A4DB-1AEC-3299-273A-74620D4D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E7BDAD-DAB0-490F-8273-0CC9FE5F6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BFE5ED-F946-3860-826F-C14C642B9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B71FAB-0A8F-215B-599C-4163697C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685BC9-315B-F7D2-74DB-3FC3F86F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50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E6E64-043F-5FE4-5C23-7FE392E9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C48659-FF8E-208E-39D6-3B1FEF2F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80E46C-1D10-624B-D164-9FE92BC9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4D2035-412C-00D4-9917-F8F47819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0FF6CE-5A17-2FCC-72DC-FE8C7919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48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4A0933-A912-EC31-EF5D-9F1521DA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01C9F1-B82E-B97B-1ACE-D7CC18D5F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1CC4ADF-AAA2-9AB3-7FC2-3BAA8B60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C6E6F8-38EC-67C3-79BC-1C92D89B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6FFD567-B8C9-9292-C155-49765F4E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859776-9CB1-C445-EC85-9ED7F3DB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441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D441CC-BB2C-FD3E-C96B-8CE8CDB8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A0014A-8769-18DE-D084-0BA1F92BE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7613FB-1F92-0FEB-AB0D-BA9DBFC61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134EA8-E09B-9C0A-C167-93427D89A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ABEF14B-2ECA-30E6-407B-26DF164E3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1EB4368-9F07-419A-0BC8-E0B2922D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5C91E02-841F-52A6-C26D-52B7B653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93DBE0E-A52A-DF53-4D2A-33205293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837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3D1C3-9409-989F-3B04-319BAF65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1888C6-32FC-66CF-735E-628416596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105D2B-03F6-012A-4AD6-47ED0D90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D5B1625-6679-6FA2-34CA-651A0CB4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03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1D910D6-808D-A255-CAD1-4D42C605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3B17FF-D543-AF06-975C-2ACF0876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B1BF4F-A1A2-EAE2-F7BF-CB8707D2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190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13A51-A6AF-2615-029E-0D733A12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0D7D9A-5554-1224-BC4C-88D406D5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C75970-2D7D-4782-AE05-ACFCBFC30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B61A55-482D-D546-CE17-B34245C9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500747-B36C-6D00-DCC2-9BDC1B2E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69CDD2-1515-6B71-82E5-15F6A3C1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6828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4C6CDD-D100-5AAD-DC2B-DE3E608D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BAAFBB2-67FD-9C99-305A-E848FB04D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CE425F-3A00-E4BC-E06A-EF0B8D702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51C6C6-F0F5-02DB-93C0-846D988C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9EB0A9-5F46-38F3-F331-CDF208CD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559BEB-D6BF-E43E-437F-94590331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7BCE8D-A2D8-B7CA-DEB8-3149DD13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19E2EBF-31AE-C331-2433-C4C1A63F9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573EF9-3FD5-2E91-1A0E-53D2E758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17D741-6BA8-2FF8-677F-B2B53AEB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936E9A-96CF-60A0-D257-83221286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28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1AF447B-5237-641C-10B0-395A662D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846A0F-C7C9-B271-E63A-65663A4FA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EAAEEC-1A4E-8897-90C0-CDB64035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EEE2BF-6D20-97FA-0B46-55C2F68C4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AA8E40-6FAF-38F8-820C-76F0CECF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5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C65A5C8-9ABA-4602-35F9-B843C0E0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9CF5F4-7AF4-949E-F8A6-44242392A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402926-4D80-674F-FDA6-F782A7F73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225CB-A77B-6C40-AE15-9CA716D9E64E}" type="datetimeFigureOut">
              <a:rPr lang="it-IT" smtClean="0"/>
              <a:t>15/01/26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46E640-3042-317F-53D9-5F94C85AB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45972-0ECE-1600-6A44-C7B34B7AF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5C92F-B0AF-0A4F-A3EC-80060C6E1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997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B376388B-210E-37A5-7D91-A800599DC607}"/>
              </a:ext>
            </a:extLst>
          </p:cNvPr>
          <p:cNvSpPr txBox="1"/>
          <p:nvPr/>
        </p:nvSpPr>
        <p:spPr>
          <a:xfrm>
            <a:off x="315265" y="135834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1</a:t>
            </a:r>
          </a:p>
        </p:txBody>
      </p:sp>
      <p:sp>
        <p:nvSpPr>
          <p:cNvPr id="3" name="TextBox 1056">
            <a:extLst>
              <a:ext uri="{FF2B5EF4-FFF2-40B4-BE49-F238E27FC236}">
                <a16:creationId xmlns:a16="http://schemas.microsoft.com/office/drawing/2014/main" id="{D7D62D6E-FF76-DA4D-2157-9080E44D897F}"/>
              </a:ext>
            </a:extLst>
          </p:cNvPr>
          <p:cNvSpPr txBox="1"/>
          <p:nvPr/>
        </p:nvSpPr>
        <p:spPr>
          <a:xfrm>
            <a:off x="8116691" y="233118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Server</a:t>
            </a:r>
          </a:p>
        </p:txBody>
      </p:sp>
      <p:pic>
        <p:nvPicPr>
          <p:cNvPr id="4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D643CEE-29CC-AB0A-D750-2125E98D7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731462"/>
            <a:ext cx="612340" cy="612340"/>
          </a:xfrm>
          <a:prstGeom prst="rect">
            <a:avLst/>
          </a:prstGeom>
        </p:spPr>
      </p:pic>
      <p:pic>
        <p:nvPicPr>
          <p:cNvPr id="5" name="Picture 26" descr="Server icons for free download | Freepik">
            <a:extLst>
              <a:ext uri="{FF2B5EF4-FFF2-40B4-BE49-F238E27FC236}">
                <a16:creationId xmlns:a16="http://schemas.microsoft.com/office/drawing/2014/main" id="{1343712C-737C-FC6A-5438-F9930E48D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777" y="1734600"/>
            <a:ext cx="560084" cy="5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AD7D04DC-ACB1-D61B-6D17-0A5D73E8F1B8}"/>
              </a:ext>
            </a:extLst>
          </p:cNvPr>
          <p:cNvSpPr txBox="1"/>
          <p:nvPr/>
        </p:nvSpPr>
        <p:spPr>
          <a:xfrm>
            <a:off x="569671" y="303130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…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F0562B35-44E3-3579-E1F4-18798D432697}"/>
              </a:ext>
            </a:extLst>
          </p:cNvPr>
          <p:cNvSpPr txBox="1"/>
          <p:nvPr/>
        </p:nvSpPr>
        <p:spPr>
          <a:xfrm>
            <a:off x="274924" y="247909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2</a:t>
            </a:r>
          </a:p>
        </p:txBody>
      </p:sp>
      <p:pic>
        <p:nvPicPr>
          <p:cNvPr id="10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C0851D-1081-BDF6-F996-54D7C2239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1852214"/>
            <a:ext cx="612340" cy="612340"/>
          </a:xfrm>
          <a:prstGeom prst="rect">
            <a:avLst/>
          </a:prstGeom>
        </p:spPr>
      </p:pic>
      <p:sp>
        <p:nvSpPr>
          <p:cNvPr id="11" name="TextBox 24">
            <a:extLst>
              <a:ext uri="{FF2B5EF4-FFF2-40B4-BE49-F238E27FC236}">
                <a16:creationId xmlns:a16="http://schemas.microsoft.com/office/drawing/2014/main" id="{208049D4-305F-0F68-42F2-64EA716B2CB6}"/>
              </a:ext>
            </a:extLst>
          </p:cNvPr>
          <p:cNvSpPr txBox="1"/>
          <p:nvPr/>
        </p:nvSpPr>
        <p:spPr>
          <a:xfrm>
            <a:off x="274924" y="422021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</a:t>
            </a:r>
            <a:r>
              <a:rPr lang="it-IT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endParaRPr lang="it-IT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6A3D95-BAF7-FAAB-781B-6A8CC7B8E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3593326"/>
            <a:ext cx="612340" cy="612340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C94D332-6239-78E5-15CC-60B91B64253A}"/>
              </a:ext>
            </a:extLst>
          </p:cNvPr>
          <p:cNvSpPr/>
          <p:nvPr/>
        </p:nvSpPr>
        <p:spPr>
          <a:xfrm>
            <a:off x="274924" y="161366"/>
            <a:ext cx="4001240" cy="4531658"/>
          </a:xfrm>
          <a:prstGeom prst="roundRect">
            <a:avLst>
              <a:gd name="adj" fmla="val 42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B4EC6323-8494-BC43-7129-5F17D365E3CC}"/>
              </a:ext>
            </a:extLst>
          </p:cNvPr>
          <p:cNvSpPr txBox="1"/>
          <p:nvPr/>
        </p:nvSpPr>
        <p:spPr>
          <a:xfrm>
            <a:off x="632305" y="216001"/>
            <a:ext cx="3286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Federated Learning 𝑅final </a:t>
            </a:r>
          </a:p>
        </p:txBody>
      </p:sp>
    </p:spTree>
    <p:extLst>
      <p:ext uri="{BB962C8B-B14F-4D97-AF65-F5344CB8AC3E}">
        <p14:creationId xmlns:p14="http://schemas.microsoft.com/office/powerpoint/2010/main" val="6644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E04E-758F-3D09-D676-836FADBB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4">
            <a:extLst>
              <a:ext uri="{FF2B5EF4-FFF2-40B4-BE49-F238E27FC236}">
                <a16:creationId xmlns:a16="http://schemas.microsoft.com/office/drawing/2014/main" id="{79F6DAAA-3860-6353-2AF1-559092C10065}"/>
              </a:ext>
            </a:extLst>
          </p:cNvPr>
          <p:cNvSpPr txBox="1"/>
          <p:nvPr/>
        </p:nvSpPr>
        <p:spPr>
          <a:xfrm>
            <a:off x="315265" y="135834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1</a:t>
            </a:r>
          </a:p>
        </p:txBody>
      </p:sp>
      <p:sp>
        <p:nvSpPr>
          <p:cNvPr id="3" name="TextBox 1056">
            <a:extLst>
              <a:ext uri="{FF2B5EF4-FFF2-40B4-BE49-F238E27FC236}">
                <a16:creationId xmlns:a16="http://schemas.microsoft.com/office/drawing/2014/main" id="{3F656E46-FC41-E320-D130-4310B5067B78}"/>
              </a:ext>
            </a:extLst>
          </p:cNvPr>
          <p:cNvSpPr txBox="1"/>
          <p:nvPr/>
        </p:nvSpPr>
        <p:spPr>
          <a:xfrm>
            <a:off x="8116691" y="233118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Server</a:t>
            </a:r>
          </a:p>
        </p:txBody>
      </p:sp>
      <p:pic>
        <p:nvPicPr>
          <p:cNvPr id="4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7E1C56-FD10-1393-0165-B58044B67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731462"/>
            <a:ext cx="612340" cy="612340"/>
          </a:xfrm>
          <a:prstGeom prst="rect">
            <a:avLst/>
          </a:prstGeom>
        </p:spPr>
      </p:pic>
      <p:pic>
        <p:nvPicPr>
          <p:cNvPr id="5" name="Picture 26" descr="Server icons for free download | Freepik">
            <a:extLst>
              <a:ext uri="{FF2B5EF4-FFF2-40B4-BE49-F238E27FC236}">
                <a16:creationId xmlns:a16="http://schemas.microsoft.com/office/drawing/2014/main" id="{8BB48B5A-8F18-963B-FDC9-531774080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777" y="1734600"/>
            <a:ext cx="560084" cy="56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B89A76E2-EDD7-3AFA-48EE-9F4770330D82}"/>
              </a:ext>
            </a:extLst>
          </p:cNvPr>
          <p:cNvSpPr txBox="1"/>
          <p:nvPr/>
        </p:nvSpPr>
        <p:spPr>
          <a:xfrm>
            <a:off x="569671" y="303130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…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4626D698-7F1A-EA25-4B9F-EE8573A429C0}"/>
              </a:ext>
            </a:extLst>
          </p:cNvPr>
          <p:cNvSpPr txBox="1"/>
          <p:nvPr/>
        </p:nvSpPr>
        <p:spPr>
          <a:xfrm>
            <a:off x="274924" y="247909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2</a:t>
            </a:r>
          </a:p>
        </p:txBody>
      </p:sp>
      <p:pic>
        <p:nvPicPr>
          <p:cNvPr id="10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F039F1F-3BC0-4440-379C-0D588B77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1852214"/>
            <a:ext cx="612340" cy="612340"/>
          </a:xfrm>
          <a:prstGeom prst="rect">
            <a:avLst/>
          </a:prstGeom>
        </p:spPr>
      </p:pic>
      <p:sp>
        <p:nvSpPr>
          <p:cNvPr id="11" name="TextBox 24">
            <a:extLst>
              <a:ext uri="{FF2B5EF4-FFF2-40B4-BE49-F238E27FC236}">
                <a16:creationId xmlns:a16="http://schemas.microsoft.com/office/drawing/2014/main" id="{9CCF8B22-9361-7DA9-CAB9-E23D71E98A29}"/>
              </a:ext>
            </a:extLst>
          </p:cNvPr>
          <p:cNvSpPr txBox="1"/>
          <p:nvPr/>
        </p:nvSpPr>
        <p:spPr>
          <a:xfrm>
            <a:off x="274924" y="422021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Client </a:t>
            </a:r>
            <a:r>
              <a:rPr lang="it-IT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</a:t>
            </a:r>
            <a:endParaRPr lang="it-IT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B2B143-11BD-B7F8-8858-22F111EB7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34" y="3593326"/>
            <a:ext cx="612340" cy="612340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539821C-B54D-70D0-644B-F9FFE63AE9B8}"/>
              </a:ext>
            </a:extLst>
          </p:cNvPr>
          <p:cNvSpPr/>
          <p:nvPr/>
        </p:nvSpPr>
        <p:spPr>
          <a:xfrm>
            <a:off x="274924" y="161366"/>
            <a:ext cx="4001240" cy="4531658"/>
          </a:xfrm>
          <a:prstGeom prst="roundRect">
            <a:avLst>
              <a:gd name="adj" fmla="val 42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24">
            <a:extLst>
              <a:ext uri="{FF2B5EF4-FFF2-40B4-BE49-F238E27FC236}">
                <a16:creationId xmlns:a16="http://schemas.microsoft.com/office/drawing/2014/main" id="{B1D05C54-BB42-C960-B967-8CD0AA6A71E2}"/>
              </a:ext>
            </a:extLst>
          </p:cNvPr>
          <p:cNvSpPr txBox="1"/>
          <p:nvPr/>
        </p:nvSpPr>
        <p:spPr>
          <a:xfrm>
            <a:off x="632305" y="216001"/>
            <a:ext cx="3286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Federated Learning 𝑅final </a:t>
            </a:r>
          </a:p>
        </p:txBody>
      </p:sp>
    </p:spTree>
    <p:extLst>
      <p:ext uri="{BB962C8B-B14F-4D97-AF65-F5344CB8AC3E}">
        <p14:creationId xmlns:p14="http://schemas.microsoft.com/office/powerpoint/2010/main" val="110906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D1FE-98FB-50D0-7A9E-07C5FB46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861154A8-9E87-F49F-8430-AF8FC4F47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145" y="1958545"/>
            <a:ext cx="2730500" cy="2908300"/>
          </a:xfrm>
          <a:prstGeom prst="rect">
            <a:avLst/>
          </a:prstGeom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id="{94C11969-DFB8-4CE4-1338-35756B4EB997}"/>
              </a:ext>
            </a:extLst>
          </p:cNvPr>
          <p:cNvSpPr/>
          <p:nvPr/>
        </p:nvSpPr>
        <p:spPr>
          <a:xfrm>
            <a:off x="3194985" y="3104179"/>
            <a:ext cx="73092" cy="7038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82B93430-FF2D-EDA2-9F96-49AB7595A211}"/>
              </a:ext>
            </a:extLst>
          </p:cNvPr>
          <p:cNvSpPr/>
          <p:nvPr/>
        </p:nvSpPr>
        <p:spPr>
          <a:xfrm>
            <a:off x="4909485" y="3091478"/>
            <a:ext cx="73092" cy="7038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DA12902A-3373-7A17-32DB-FD866AE84882}"/>
              </a:ext>
            </a:extLst>
          </p:cNvPr>
          <p:cNvSpPr/>
          <p:nvPr/>
        </p:nvSpPr>
        <p:spPr>
          <a:xfrm>
            <a:off x="3004485" y="3416300"/>
            <a:ext cx="73092" cy="7038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166173AB-76FE-2314-797E-458B74EC023C}"/>
              </a:ext>
            </a:extLst>
          </p:cNvPr>
          <p:cNvSpPr/>
          <p:nvPr/>
        </p:nvSpPr>
        <p:spPr>
          <a:xfrm>
            <a:off x="3372785" y="3916978"/>
            <a:ext cx="73092" cy="70385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" dirty="0">
                <a:solidFill>
                  <a:schemeClr val="tx1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631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8779-E6B1-3D2B-CEE6-4EABC486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B5C9964-5650-8323-D3BC-9BF520FAC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65" y="621553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1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0DE9-43E4-DED5-037E-A14FE6A1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3F894B46-2947-03E2-AC28-B4C403E9E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63" t="20915" r="10868" b="26974"/>
          <a:stretch>
            <a:fillRect/>
          </a:stretch>
        </p:blipFill>
        <p:spPr>
          <a:xfrm>
            <a:off x="201477" y="185980"/>
            <a:ext cx="8785325" cy="3363132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EA03820-7A5B-5BD1-BF68-7E07DFF8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06" t="36324" r="11637" b="26974"/>
          <a:stretch>
            <a:fillRect/>
          </a:stretch>
        </p:blipFill>
        <p:spPr>
          <a:xfrm>
            <a:off x="7780150" y="3549112"/>
            <a:ext cx="3471620" cy="236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129C-EE6D-B8A8-2BFC-01224472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5131CD9F-4CBD-5FA1-4098-F31FFA7D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8" t="22242" r="57614" b="27813"/>
          <a:stretch>
            <a:fillRect/>
          </a:stretch>
        </p:blipFill>
        <p:spPr>
          <a:xfrm>
            <a:off x="173621" y="127321"/>
            <a:ext cx="3229336" cy="3067291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5D6FC5E-C9A3-219D-E216-3FDE5FBB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11" t="59181" r="44221" b="27437"/>
          <a:stretch>
            <a:fillRect/>
          </a:stretch>
        </p:blipFill>
        <p:spPr>
          <a:xfrm>
            <a:off x="706055" y="4120587"/>
            <a:ext cx="1284791" cy="82180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F7EC932-D148-A3EE-1007-AEA3E315C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15" t="21952" r="33125" b="60212"/>
          <a:stretch>
            <a:fillRect/>
          </a:stretch>
        </p:blipFill>
        <p:spPr>
          <a:xfrm>
            <a:off x="5121060" y="1113278"/>
            <a:ext cx="1153007" cy="1095376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ABF2DD0A-9F83-1BE8-6221-469AC60A4DDC}"/>
              </a:ext>
            </a:extLst>
          </p:cNvPr>
          <p:cNvGrpSpPr/>
          <p:nvPr/>
        </p:nvGrpSpPr>
        <p:grpSpPr>
          <a:xfrm>
            <a:off x="3402957" y="3593530"/>
            <a:ext cx="3936569" cy="2697719"/>
            <a:chOff x="7253207" y="3429000"/>
            <a:chExt cx="3936569" cy="2697719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8B69B2E8-791D-7BAA-3207-1CC78259D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106" t="36324" r="11637" b="26974"/>
            <a:stretch>
              <a:fillRect/>
            </a:stretch>
          </p:blipFill>
          <p:spPr>
            <a:xfrm>
              <a:off x="7718156" y="3758061"/>
              <a:ext cx="3471620" cy="2368658"/>
            </a:xfrm>
            <a:prstGeom prst="foldedCorner">
              <a:avLst/>
            </a:prstGeom>
          </p:spPr>
        </p:pic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AFCF9965-D579-5A80-51D9-DE3B75F05AA9}"/>
                </a:ext>
              </a:extLst>
            </p:cNvPr>
            <p:cNvSpPr/>
            <p:nvPr/>
          </p:nvSpPr>
          <p:spPr>
            <a:xfrm>
              <a:off x="7253207" y="3429000"/>
              <a:ext cx="1766807" cy="6915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9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28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CMU Serif</vt:lpstr>
      <vt:lpstr>CMU Serif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Compagnucci</dc:creator>
  <cp:lastModifiedBy>Ivan Compagnucci</cp:lastModifiedBy>
  <cp:revision>11</cp:revision>
  <dcterms:created xsi:type="dcterms:W3CDTF">2025-09-13T14:55:48Z</dcterms:created>
  <dcterms:modified xsi:type="dcterms:W3CDTF">2026-01-15T16:50:34Z</dcterms:modified>
</cp:coreProperties>
</file>